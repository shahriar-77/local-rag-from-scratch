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9B104-9B51-8693-6572-458FDF95F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266B4-C4E8-8139-8B7E-4FEEA2BFA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E9097-C965-2987-1E78-99688000F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D81E-4404-4BD6-8866-D2B40EF1D14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67C86-29B5-F395-70FD-A2EC96F0B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6143D-89A2-4B41-23DA-640220CE0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C62B-6B75-410D-BCF7-40621170CC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151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F1776-DA25-D3B9-6983-D5232857B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BACC0-A0DB-E99B-F6ED-71CB74564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9BD4B-4425-80D7-B882-7DB2C9A5B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D81E-4404-4BD6-8866-D2B40EF1D14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BFB5E-1427-6520-AE44-DCE4C49C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402B5-D7F5-E72A-1BF0-2734C7FB9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C62B-6B75-410D-BCF7-40621170CC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31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B3A44-FD26-39AD-FB86-03F42CBB4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B8E1B-EEE3-0CE0-0AF5-49519B128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021A0-91EE-A3B8-9891-C4F5AFF28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D81E-4404-4BD6-8866-D2B40EF1D14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2FD4F-E37F-368F-AEB9-1A13637E8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F7748-06D2-023D-1CE0-3F61F3DA2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C62B-6B75-410D-BCF7-40621170CC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974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11CBE-CE8D-3C45-0512-952A1861A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17F01-F7F4-3CCE-A347-085BABFE01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BCC102-73E8-1337-F0E9-D95650007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0300B-024B-D0E3-AF56-B2ACC4417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D81E-4404-4BD6-8866-D2B40EF1D14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D3AFA-9CAC-49B2-2CC6-995A6744D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6B535-6D1C-CA6C-99E9-6062CB52A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C62B-6B75-410D-BCF7-40621170CC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180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C6C8E-6F41-8F98-D030-3E88F0ADF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D86A8-ED36-2782-6B2B-10930A52F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1197FB-4C0B-742E-A661-53593B527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0E6F03-0761-E17D-DF44-B179E7B0CB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1EA9B4-7AFB-3D17-AE12-A6584803BF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B3BFDA-1DD9-00E4-430F-C6460F281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D81E-4404-4BD6-8866-D2B40EF1D14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F9D97F-7947-3568-574D-E5B79BDAE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2EAA43-4B87-24F8-EC44-B4886E7B6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C62B-6B75-410D-BCF7-40621170CC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0263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C5DB4-8A11-486D-736D-5908B9F20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B13265-94AA-37E8-4CB3-2C21A5C72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D81E-4404-4BD6-8866-D2B40EF1D14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E2F9E2-6FDC-91BB-C48C-06664AC87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E3284E-A755-E76A-E54A-9D9B3580F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C62B-6B75-410D-BCF7-40621170CC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117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4C053-9092-918E-6F81-B31905F83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D81E-4404-4BD6-8866-D2B40EF1D14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05297D-9871-ED0F-3F05-EC8A1183B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74E48-436D-F638-E306-50BF8EFBC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C62B-6B75-410D-BCF7-40621170CC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712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9FB0C-0760-75BC-1C1C-2CEC619CA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97382-8AA7-DC7C-7B22-BC81458A4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E3E697-2133-6BFC-4DBF-A7C7C6E1F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483AE-7C33-2BAB-D8A4-6A74C18E2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D81E-4404-4BD6-8866-D2B40EF1D14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AF8DA-1EB8-6182-2B4C-83A3C2453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F58FF-9B5B-EF4B-EF38-5FFEC8CD2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C62B-6B75-410D-BCF7-40621170CC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14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93FAC-FA1F-E450-C064-89C8532AD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F084D-2E87-899C-DDA3-B151C2073E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1F1411-1429-5F42-FA1E-10DD521B4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3B3CF-79EC-02D1-3FD3-82DBDA54C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D81E-4404-4BD6-8866-D2B40EF1D14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DE880-9536-3D17-02D0-7E393C618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2A6A5-D8CA-4F0B-5835-A41AD1C0F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C62B-6B75-410D-BCF7-40621170CC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29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262D7-B6E5-144B-0288-78EEC9A1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7977D-86F8-4195-0DA2-713CDDCD2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BA671-841B-F313-8980-3568CF69F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D81E-4404-4BD6-8866-D2B40EF1D14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67DF8-DEC6-E832-AC99-4F55507EF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1BAAA-0334-A110-2C8D-3503643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C62B-6B75-410D-BCF7-40621170CC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4305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6E075B-EB9D-1EBD-8B6A-E1CCA09052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2F1DA2-7003-3CEF-710A-8F2B43EA6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B7DC0-F9A3-DCBE-6A36-0A2F38E8F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D81E-4404-4BD6-8866-D2B40EF1D14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B22CF-D677-4AA4-7DBE-63DBB4CD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32690-90A0-F866-D82B-054921688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C62B-6B75-410D-BCF7-40621170CC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17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639F8-0559-82D9-0120-0E53EE5AD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29656-E5A7-ECD3-1905-F052145AF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12A10-0324-E2B0-37CE-6548F64669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54D81E-4404-4BD6-8866-D2B40EF1D14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CCC0B-6B55-442A-13EC-F880DAF1AE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F559A-3819-077A-3043-C1D0D705FE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48C62B-6B75-410D-BCF7-40621170CC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893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34B6F-8D9E-E98B-979A-E20E00C30C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2023 Product Performance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45430B-B7F1-7756-66C7-5B5A2C57B3F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Overview of key performance indicators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revenue and customer adoption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 across product categories</a:t>
            </a:r>
          </a:p>
        </p:txBody>
      </p:sp>
    </p:spTree>
    <p:extLst>
      <p:ext uri="{BB962C8B-B14F-4D97-AF65-F5344CB8AC3E}">
        <p14:creationId xmlns:p14="http://schemas.microsoft.com/office/powerpoint/2010/main" val="2192833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AAAB6-265F-DB30-BB45-450CB6783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Top Performing Products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01CF2E-1002-FBD2-8C5D-7492FD523E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2967335"/>
            <a:ext cx="824484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A showed consistent growth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B peaked in mid-year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C underperformed expectations</a:t>
            </a:r>
          </a:p>
        </p:txBody>
      </p:sp>
    </p:spTree>
    <p:extLst>
      <p:ext uri="{BB962C8B-B14F-4D97-AF65-F5344CB8AC3E}">
        <p14:creationId xmlns:p14="http://schemas.microsoft.com/office/powerpoint/2010/main" val="2189930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060CF-CCD9-BB72-F32B-FE0C9B363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Revenue by Product Category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FCC97BC-0AD6-C03D-36B3-E07F366AAE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3789334"/>
              </p:ext>
            </p:extLst>
          </p:nvPr>
        </p:nvGraphicFramePr>
        <p:xfrm>
          <a:off x="838200" y="185610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28875542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3181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Revenue (M USD)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4993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Electronics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42.3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158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Home Appliances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  <a:r>
                        <a:rPr lang="en-GB" dirty="0"/>
                        <a:t>8.7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843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</a:t>
                      </a:r>
                      <a:r>
                        <a:rPr lang="en-GB" dirty="0" err="1"/>
                        <a:t>ccessories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  <a:r>
                        <a:rPr lang="en-GB" dirty="0"/>
                        <a:t>4.9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27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15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A76DD-3AA9-DF9E-6BD2-CD9267A38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Quarterly Trends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4EEB83-205D-D2B6-58A4-813B0402ED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Q1 and Q2 growth was moderate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Q3 saw a sharp increase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Q4 stabilized at a higher baseline</a:t>
            </a:r>
          </a:p>
        </p:txBody>
      </p:sp>
    </p:spTree>
    <p:extLst>
      <p:ext uri="{BB962C8B-B14F-4D97-AF65-F5344CB8AC3E}">
        <p14:creationId xmlns:p14="http://schemas.microsoft.com/office/powerpoint/2010/main" val="2297539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E3852-D735-E24A-9C8D-B235D1086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Takeaways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E6AAC1-0EA2-9787-3B21-5DEB365767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19575"/>
            <a:ext cx="101854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Electronics remain the primary revenue driver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Accessories require strategic reevaluation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Continued investment in product innovation is recommended</a:t>
            </a:r>
          </a:p>
        </p:txBody>
      </p:sp>
    </p:spTree>
    <p:extLst>
      <p:ext uri="{BB962C8B-B14F-4D97-AF65-F5344CB8AC3E}">
        <p14:creationId xmlns:p14="http://schemas.microsoft.com/office/powerpoint/2010/main" val="2814182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2023 Product Performance Summary</vt:lpstr>
      <vt:lpstr>Top Performing Products</vt:lpstr>
      <vt:lpstr>Revenue by Product Category</vt:lpstr>
      <vt:lpstr>Quarterly Trends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Shahriar Islam</dc:creator>
  <cp:lastModifiedBy>Shahriar Islam</cp:lastModifiedBy>
  <cp:revision>1</cp:revision>
  <dcterms:created xsi:type="dcterms:W3CDTF">2025-12-22T20:21:50Z</dcterms:created>
  <dcterms:modified xsi:type="dcterms:W3CDTF">2025-12-22T20:22:02Z</dcterms:modified>
</cp:coreProperties>
</file>